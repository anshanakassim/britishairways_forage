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Nunito"/>
      <p:regular r:id="rId7"/>
      <p:bold r:id="rId8"/>
      <p:italic r:id="rId9"/>
      <p:boldItalic r:id="rId10"/>
    </p:embeddedFont>
    <p:embeddedFont>
      <p:font typeface="Maven Pro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MavenPro-regular.fntdata"/><Relationship Id="rId10" Type="http://schemas.openxmlformats.org/officeDocument/2006/relationships/font" Target="fonts/Nunito-boldItalic.fntdata"/><Relationship Id="rId12" Type="http://schemas.openxmlformats.org/officeDocument/2006/relationships/font" Target="fonts/MavenPro-bold.fntdata"/><Relationship Id="rId9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491c89cb0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d491c89cb0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title"/>
          </p:nvPr>
        </p:nvSpPr>
        <p:spPr>
          <a:xfrm>
            <a:off x="1303800" y="208275"/>
            <a:ext cx="7030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Predicting customer buying behaviour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>
            <p:ph idx="1" type="body"/>
          </p:nvPr>
        </p:nvSpPr>
        <p:spPr>
          <a:xfrm>
            <a:off x="1303800" y="780675"/>
            <a:ext cx="3430500" cy="42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Objective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predict whether customers will complete a booking before travel using historical booking data.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Approach</a:t>
            </a:r>
            <a:endParaRPr b="1" sz="1400"/>
          </a:p>
          <a:p>
            <a:pPr indent="-30495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prepared(cleaning, encoding, feature engineering)</a:t>
            </a:r>
            <a:endParaRPr/>
          </a:p>
          <a:p>
            <a:pPr indent="-30495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Random Forest model trained with balanced class weighting</a:t>
            </a:r>
            <a:endParaRPr/>
          </a:p>
          <a:p>
            <a:pPr indent="-30495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Prediction threshold adjusted to improve buyer detection</a:t>
            </a:r>
            <a:endParaRPr/>
          </a:p>
          <a:p>
            <a:pPr indent="-30495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Cross-validation used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Model Performance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Accuracy: 76% | Precision: 34% | Recall: 62% | F1 Score: 0.44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Key Insight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Adjusting the prediction threshold improved recall from 13% –&gt; 62%, making the model effective for customer acquisition.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 txBox="1"/>
          <p:nvPr>
            <p:ph idx="2" type="body"/>
          </p:nvPr>
        </p:nvSpPr>
        <p:spPr>
          <a:xfrm>
            <a:off x="4903650" y="780450"/>
            <a:ext cx="3430500" cy="41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/>
              <a:t>Key Drivers of Booking</a:t>
            </a:r>
            <a:endParaRPr b="1" sz="12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highlight>
                <a:srgbClr val="CFE2F3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highlight>
                  <a:srgbClr val="CFE2F3"/>
                </a:highlight>
              </a:rPr>
              <a:t>Business Impact</a:t>
            </a:r>
            <a:endParaRPr b="1" sz="1250">
              <a:highlight>
                <a:srgbClr val="CFE2F3"/>
              </a:highlight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Identifies high-intent customers early </a:t>
            </a:r>
            <a:endParaRPr sz="1200"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Enables targeted marketing campaigns 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Improves conversion rates before travel 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Supports data-driven decision-making</a:t>
            </a:r>
            <a:endParaRPr sz="1200"/>
          </a:p>
        </p:txBody>
      </p:sp>
      <p:pic>
        <p:nvPicPr>
          <p:cNvPr id="280" name="Google Shape;28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600" y="1159900"/>
            <a:ext cx="3190599" cy="190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